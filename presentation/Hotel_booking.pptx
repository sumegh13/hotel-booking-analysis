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729"/>
  </p:normalViewPr>
  <p:slideViewPr>
    <p:cSldViewPr snapToGrid="0">
      <p:cViewPr varScale="1">
        <p:scale>
          <a:sx n="115" d="100"/>
          <a:sy n="115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ED17-07A6-C5F1-8387-EF7A02C52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746F51-1361-0E8F-0BF0-B3A650991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670B6-DA68-0674-7703-AB0EB61F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47F3-246D-6736-C0DD-4E09FDCE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8B294-FC7F-0335-EFB4-03FC28EB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0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33BE-5277-4F07-EDF5-694466B4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5B99-0CF9-3666-1774-0899430B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4F56B-FCDA-8A8F-5B6E-7D5F5BD8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D05B-DDA6-DCA5-2045-41F38CCF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07330-55F6-ABB7-A0AE-462AFF2E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1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D2AC-F4E0-2332-0779-4858D4A4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5C140-0A24-57F3-2DC0-27048540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3B8CB-1D9E-77F8-B940-1D89C23C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F956F-BB59-8B03-694D-E87EC7B1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CB5F0-28C9-FB4E-F305-99FA6E02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4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61A5-C166-6CFA-21FB-BD9EF7AE1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D55B8-A802-5091-EA9D-AE13CF7C7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EB092-A76C-888D-77DD-F6C96CAF6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D0092-624D-FE76-B970-1101F999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61F04-47C6-CAF4-F4DA-4BA77927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50CE2-5099-5DE8-CA2F-974571BF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1F85-E8B2-E9D7-EAF1-FEE49EFA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50EBE-A6EA-34F5-21BF-52E796526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065-A911-D529-D839-C01BBA64D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B4276-FD26-A79F-2C0C-939F926F9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46D7B-4D0A-26F0-8948-E53E69814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9E18D-1638-077A-FDDC-AFAA5CBD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D7B2AF-D5BB-291F-32D6-9FD82663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02750F-F034-F947-D289-2DE86751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0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082-DA9D-F635-8D42-E2C1B27D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828E8-742B-5532-ADB8-F34F76C5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237DD-29EF-1138-186D-A1E2B8224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4D2A3-F043-46EF-74D8-32766CDCA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6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1E447-9A0C-D639-28C7-3208C043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8AC98-9DF5-C532-B2F8-43A9FC61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5D195-352A-DB87-507C-FF3D0999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45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6D33-9308-82F9-971D-C8B6F5F7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EB5D0-2576-CBED-36C6-099ACC7B2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1A69F0-47F8-B023-A33D-0D83415B6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61DE2-ACD6-7004-C2FC-E021D022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059F6-D66C-286B-44E9-B9672C43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55DEA-E9A6-A2A7-21BF-54E7108D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9F973-C335-5977-2D13-E2C450B6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2D29C-982A-3D5C-28C7-DFA1E2CEA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3F10A-52C8-72AA-2270-25E10F780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90D1C-5961-0181-C8EC-0F4C27BE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3D624-66CA-AECD-C42A-FCB2F980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96AE0-72AF-D46B-0CC0-B050560A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531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D41E1-123C-AD63-8707-69EC0B6B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0DCD2-13DF-8632-694F-BB1ABC294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621A8-A9FC-7D5D-5B83-55A4781B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22BB4-C63A-8149-586A-3625A4E4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EC28B-1698-A9E0-074D-FFE3D6D8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8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27823-4738-39B5-6D9C-9FF25C159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B24FD-6D83-642D-DFB6-06C567C35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C9936-77B9-4F4C-23A2-E13702A4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96CE8-D4FB-125C-E0FD-A8A2670A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412-53DB-9BDF-BA46-BA14E7C4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5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992E49-D11E-0F81-36FE-31CD5B8A7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0C4CB-CDAC-DF1F-1DE8-0669D6431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C28D8-51B4-B608-AAC4-5A53FC201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40156-8B77-8B42-96DD-3E4FAD3210EF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C3F21-5103-F3DD-5A82-EF7AA8499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FE8F4-3958-DF3E-E031-E2455F483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9AA2C-F1BB-E54E-B097-96D0A63087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9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530082-7D7E-AC0F-364B-20E4D500E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demand -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10E90-57F2-8B4B-D8E7-FF901DB8E4B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Fluctuating market demand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Customer Segment</a:t>
            </a:r>
          </a:p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Optimization &amp;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F31F6F-96A0-94D9-9E4A-75AA7B9F55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119,390 bookings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Hotel Types (City, Resort)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2015–2017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Fields</a:t>
            </a:r>
          </a:p>
        </p:txBody>
      </p:sp>
      <p:pic>
        <p:nvPicPr>
          <p:cNvPr id="11" name="Picture 10" descr="Minimalist globe graphic">
            <a:extLst>
              <a:ext uri="{FF2B5EF4-FFF2-40B4-BE49-F238E27FC236}">
                <a16:creationId xmlns:a16="http://schemas.microsoft.com/office/drawing/2014/main" id="{1110E8F4-BABC-4BBD-7490-838FA7AF4D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6188" y="77779"/>
            <a:ext cx="6627224" cy="670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3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AFDCB7-55ED-EE7A-1C77-38E1CF2E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1: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Booking &amp; Cancellation Overview</a:t>
            </a:r>
          </a:p>
        </p:txBody>
      </p:sp>
      <p:pic>
        <p:nvPicPr>
          <p:cNvPr id="6" name="Picture 5" descr="Minimalist globe graphic">
            <a:extLst>
              <a:ext uri="{FF2B5EF4-FFF2-40B4-BE49-F238E27FC236}">
                <a16:creationId xmlns:a16="http://schemas.microsoft.com/office/drawing/2014/main" id="{235596BA-D557-14EB-F4F1-04C7B04C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6188" y="77779"/>
            <a:ext cx="6627224" cy="670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3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A409-8116-517E-6058-968CC4B1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2: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Seasonality, Revenue &amp; Guest Origin</a:t>
            </a:r>
          </a:p>
        </p:txBody>
      </p:sp>
      <p:pic>
        <p:nvPicPr>
          <p:cNvPr id="3" name="Picture 2" descr="Minimalist globe graphic">
            <a:extLst>
              <a:ext uri="{FF2B5EF4-FFF2-40B4-BE49-F238E27FC236}">
                <a16:creationId xmlns:a16="http://schemas.microsoft.com/office/drawing/2014/main" id="{78029CFD-A8F2-9501-F95A-06543C32EB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6188" y="77779"/>
            <a:ext cx="6627224" cy="670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99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inimalist globe graphic">
            <a:extLst>
              <a:ext uri="{FF2B5EF4-FFF2-40B4-BE49-F238E27FC236}">
                <a16:creationId xmlns:a16="http://schemas.microsoft.com/office/drawing/2014/main" id="{9C1ACA8C-FB5A-2220-2340-A8AB62C69B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5037" y="278501"/>
            <a:ext cx="6627224" cy="6702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E9D905-E365-1DF0-E2E4-F9A26FEC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2E54-D571-1E12-AAEB-F955CAFFE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Redesign cancellation policies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direct bookings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dynamically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room assignment algorithms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families for the resort hotel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to top-origin countries</a:t>
            </a:r>
          </a:p>
        </p:txBody>
      </p:sp>
    </p:spTree>
    <p:extLst>
      <p:ext uri="{BB962C8B-B14F-4D97-AF65-F5344CB8AC3E}">
        <p14:creationId xmlns:p14="http://schemas.microsoft.com/office/powerpoint/2010/main" val="2403747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C12619-0A07-A6CB-AA90-1FE235CB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pic>
        <p:nvPicPr>
          <p:cNvPr id="5" name="Picture 4" descr="Minimalist globe graphic">
            <a:extLst>
              <a:ext uri="{FF2B5EF4-FFF2-40B4-BE49-F238E27FC236}">
                <a16:creationId xmlns:a16="http://schemas.microsoft.com/office/drawing/2014/main" id="{FD441E25-8692-509C-4381-38E42B2FE3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06188" y="77779"/>
            <a:ext cx="6627224" cy="670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81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81</Words>
  <Application>Microsoft Macintosh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Hotel booking demand - Tableau analysis</vt:lpstr>
      <vt:lpstr>Dashboard 1: Hotel Booking &amp; Cancellation Overview</vt:lpstr>
      <vt:lpstr>Dashboard 2: Seasonality, Revenue &amp; Guest Origin</vt:lpstr>
      <vt:lpstr>Recommendations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Sumegh Chanania</dc:creator>
  <cp:lastModifiedBy>Sumegh Chanania</cp:lastModifiedBy>
  <cp:revision>3</cp:revision>
  <dcterms:created xsi:type="dcterms:W3CDTF">2025-11-18T02:48:26Z</dcterms:created>
  <dcterms:modified xsi:type="dcterms:W3CDTF">2025-11-18T17:26:58Z</dcterms:modified>
</cp:coreProperties>
</file>